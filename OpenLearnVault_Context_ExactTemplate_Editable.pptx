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398113" y="1361322"/>
            <a:ext cx="5349095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RV College of Engineering</a:t>
            </a:r>
          </a:p>
          <a:p>
            <a:pPr algn="ctr"/>
            <a:r>
              <a:rPr lang="en-US" sz="40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OpenLearn</a:t>
            </a:r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Vault</a:t>
            </a:r>
          </a:p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One vault. </a:t>
            </a:r>
          </a:p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Smarter learning for every student.</a:t>
            </a:r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14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Mihir Gupta
Abel Paul N
Aman Soni</a:t>
            </a:r>
            <a:br>
              <a:rPr lang="en-US" sz="14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14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this theme? Learning is scattered across PDFs, videos, notes, chats, and links.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What problem? Students lose context and waste time revising from disconnected sources.</a:t>
            </a:r>
          </a:p>
          <a:p>
            <a:r>
              <a:rPr lang="en-IN" dirty="0"/>
              <a:t>Who faces it? College students, exam-prep learners, and rural learners with limited internet.</a:t>
            </a:r>
          </a:p>
          <a:p>
            <a:r>
              <a:rPr lang="en-IN" dirty="0"/>
              <a:t>Why important? It weakens recall, burns attention, and makes learning unequal.</a:t>
            </a: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Existing solutions: Google Drive, YouTube, notes apps, and generic chatbots.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What’s missing? Concept linkage, weak-topic tracking, guided revision, and offline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What we built: OpenLearn Vault — an AI-powered educational operating system.</a:t>
            </a:r>
          </a:p>
          <a:p>
            <a:r>
              <a:rPr lang="en-IN" dirty="0"/>
              <a:t>Core ideas: semantic search, AI mentor, adaptive planner, offline-first learning.</a:t>
            </a:r>
          </a:p>
          <a:p>
            <a:r>
              <a:rPr lang="en-IN" dirty="0"/>
              <a:t>Key features: concept-aware retrieval, personalized explanations, weak-topic revision, curated resources, knowledge graph.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Screen/Flow: Home → AI Search → Mentor → Library → Planner → Knowledge Graph → Analytics.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How user interacts: type a concept, get the right chapter, ask the mentor, save weak topics, and continue offline.</a:t>
            </a:r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Tech stack: Lovable frontend, AI layer, semantic retrieval, PostgreSQL + pgvector, offline sync.</a:t>
            </a:r>
          </a:p>
          <a:p>
            <a:r>
              <a:rPr lang="en-IN" dirty="0"/>
              <a:t>AI usage / flow: PDF upload → parsing → chunking → embeddings → semantic search → AI mentor response → planner updates.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Real-life scenarios: rural learner with unstable internet, engineering student revising weak chapters, exam-prep learner, classroom study groups.</a:t>
            </a:r>
          </a:p>
          <a:p>
            <a:r>
              <a:rPr lang="en-IN" dirty="0"/>
              <a:t>Scale potential: campuses, coaching centers, clubs, and public learning programs.</a:t>
            </a: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we stand out: semantic concept-aware search, one platform for mentor, planner, library, and analytics.</a:t>
            </a:r>
          </a:p>
          <a:p>
            <a:r>
              <a:rPr lang="en-IN" dirty="0"/>
              <a:t>Strong moat: context-aware learning + offline resilience + adaptive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6341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 </a:t>
            </a:r>
            <a:r>
              <a:rPr lang="en-IN" dirty="0" err="1"/>
              <a:t>Repo:https</a:t>
            </a:r>
            <a:r>
              <a:rPr lang="en-IN" dirty="0"/>
              <a:t>://github.com/abel-711/</a:t>
            </a:r>
            <a:r>
              <a:rPr lang="en-IN" dirty="0" err="1"/>
              <a:t>openlearn</a:t>
            </a:r>
            <a:r>
              <a:rPr lang="en-IN" dirty="0"/>
              <a:t>-nexus</a:t>
            </a:r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388</Words>
  <Application>Microsoft Office PowerPoint</Application>
  <PresentationFormat>Widescreen</PresentationFormat>
  <Paragraphs>50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Mihir Gupta</cp:lastModifiedBy>
  <cp:revision>6</cp:revision>
  <dcterms:created xsi:type="dcterms:W3CDTF">2026-04-27T09:11:02Z</dcterms:created>
  <dcterms:modified xsi:type="dcterms:W3CDTF">2026-05-08T17:34:34Z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